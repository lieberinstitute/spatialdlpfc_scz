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793"/>
  </p:normalViewPr>
  <p:slideViewPr>
    <p:cSldViewPr snapToGrid="0">
      <p:cViewPr varScale="1">
        <p:scale>
          <a:sx n="80" d="100"/>
          <a:sy n="80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7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5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9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3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9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4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9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1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8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6EE43-1BF5-7B48-9A2E-C5735C3970F1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48A6C-9150-B047-ABD3-460AF0ED1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6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C8FB5E-566C-1645-6A0F-7B06A7BB5261}"/>
              </a:ext>
            </a:extLst>
          </p:cNvPr>
          <p:cNvSpPr/>
          <p:nvPr/>
        </p:nvSpPr>
        <p:spPr>
          <a:xfrm>
            <a:off x="0" y="2158666"/>
            <a:ext cx="6858000" cy="3256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Representative Samples and Layer markers</a:t>
            </a:r>
          </a:p>
        </p:txBody>
      </p:sp>
      <p:pic>
        <p:nvPicPr>
          <p:cNvPr id="6" name="Picture 5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98A37473-518F-980E-30F4-D28E5DF9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0779"/>
            <a:ext cx="6858000" cy="1876926"/>
          </a:xfrm>
          <a:prstGeom prst="rect">
            <a:avLst/>
          </a:prstGeom>
        </p:spPr>
      </p:pic>
      <p:pic>
        <p:nvPicPr>
          <p:cNvPr id="8" name="Picture 7" descr="A map of different colors&#10;&#10;Description automatically generated">
            <a:extLst>
              <a:ext uri="{FF2B5EF4-FFF2-40B4-BE49-F238E27FC236}">
                <a16:creationId xmlns:a16="http://schemas.microsoft.com/office/drawing/2014/main" id="{396BB4AD-E6C6-5E20-B9CB-737B4B53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415"/>
            <a:ext cx="1784685" cy="17846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0C2384-7E76-4EA1-67CE-A5BD062214E7}"/>
              </a:ext>
            </a:extLst>
          </p:cNvPr>
          <p:cNvSpPr/>
          <p:nvPr/>
        </p:nvSpPr>
        <p:spPr>
          <a:xfrm>
            <a:off x="2181726" y="158415"/>
            <a:ext cx="4539917" cy="1784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Spatial Registration</a:t>
            </a:r>
          </a:p>
        </p:txBody>
      </p:sp>
    </p:spTree>
    <p:extLst>
      <p:ext uri="{BB962C8B-B14F-4D97-AF65-F5344CB8AC3E}">
        <p14:creationId xmlns:p14="http://schemas.microsoft.com/office/powerpoint/2010/main" val="134774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7</Words>
  <Application>Microsoft Macintosh PowerPoint</Application>
  <PresentationFormat>Letter Paper (8.5x11 in)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Boyi Guo</dc:creator>
  <cp:lastModifiedBy>Boyi Guo</cp:lastModifiedBy>
  <cp:revision>3</cp:revision>
  <dcterms:created xsi:type="dcterms:W3CDTF">2024-04-02T18:32:11Z</dcterms:created>
  <dcterms:modified xsi:type="dcterms:W3CDTF">2024-04-02T18:54:40Z</dcterms:modified>
</cp:coreProperties>
</file>